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3.xml" ContentType="application/vnd.openxmlformats-officedocument.them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8" r:id="rId4"/>
    <p:sldId id="261" r:id="rId5"/>
    <p:sldId id="318" r:id="rId6"/>
    <p:sldId id="262" r:id="rId7"/>
    <p:sldId id="263" r:id="rId8"/>
    <p:sldId id="313" r:id="rId9"/>
    <p:sldId id="269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9450EB91-9C38-4CC0-95E0-E8C745EB9661}">
          <p14:sldIdLst>
            <p14:sldId id="256"/>
          </p14:sldIdLst>
        </p14:section>
        <p14:section name="目录" id="{9C1239FD-36C7-4F6A-B2F0-C63220A3D347}">
          <p14:sldIdLst>
            <p14:sldId id="258"/>
          </p14:sldIdLst>
        </p14:section>
        <p14:section name="过渡页" id="{82FC5D67-A190-4184-AE03-66AF7A95FC08}">
          <p14:sldIdLst>
            <p14:sldId id="261"/>
            <p14:sldId id="318"/>
            <p14:sldId id="262"/>
            <p14:sldId id="263"/>
            <p14:sldId id="313"/>
            <p14:sldId id="269"/>
          </p14:sldIdLst>
        </p14:section>
        <p14:section name="内页" id="{FCA314E7-8E87-4965-BDE7-BEB887D14862}">
          <p14:sldIdLst/>
        </p14:section>
        <p14:section name="结尾" id="{C8CE384E-C174-497D-BD1A-4B870327C7D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xy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001"/>
    <a:srgbClr val="EAEFF7"/>
    <a:srgbClr val="D2DEEF"/>
    <a:srgbClr val="9A2626"/>
    <a:srgbClr val="7C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898" y="5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3DDAB-FD55-4616-81FA-F35AD7B2B244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E831B-8850-425C-801E-823EBC1D8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E831B-8850-425C-801E-823EBC1D838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2A75D99-2AE7-49F1-BB03-59E2BF5579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E831B-8850-425C-801E-823EBC1D838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E831B-8850-425C-801E-823EBC1D838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E831B-8850-425C-801E-823EBC1D8386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E831B-8850-425C-801E-823EBC1D838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E831B-8850-425C-801E-823EBC1D8386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E831B-8850-425C-801E-823EBC1D838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9EAFB-5752-4F53-8B4D-0C341281A776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615E8-C1E5-4435-8B3A-226470F88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710055"/>
            <a:ext cx="12192000" cy="3700145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55575" y="2849245"/>
            <a:ext cx="12503150" cy="19291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lnSpc>
                <a:spcPct val="120000"/>
              </a:lnSpc>
              <a:defRPr/>
            </a:pPr>
            <a:endParaRPr lang="zh-CN" altLang="en-US" sz="3600" b="1" spc="3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TextBox 27"/>
          <p:cNvSpPr txBox="1"/>
          <p:nvPr/>
        </p:nvSpPr>
        <p:spPr>
          <a:xfrm>
            <a:off x="6525578" y="5598160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指导教师：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62045" y="5598160"/>
            <a:ext cx="2139315" cy="769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学生：</a:t>
            </a:r>
            <a:endParaRPr lang="en-US" altLang="en-US" sz="2400" b="1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2494915"/>
            <a:ext cx="12192000" cy="2131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9" name="图形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366" y="104397"/>
            <a:ext cx="2422332" cy="909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4955" y="2615998"/>
            <a:ext cx="3222172" cy="1564449"/>
            <a:chOff x="1042609" y="2403083"/>
            <a:chExt cx="3222172" cy="1564449"/>
          </a:xfrm>
        </p:grpSpPr>
        <p:sp>
          <p:nvSpPr>
            <p:cNvPr id="3" name="文本框 2"/>
            <p:cNvSpPr txBox="1"/>
            <p:nvPr/>
          </p:nvSpPr>
          <p:spPr>
            <a:xfrm>
              <a:off x="1042609" y="2403083"/>
              <a:ext cx="32221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1600" normalizeH="0" baseline="0" noProof="0" dirty="0">
                  <a:ln>
                    <a:noFill/>
                  </a:ln>
                  <a:solidFill>
                    <a:srgbClr val="9A000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49203" y="3505867"/>
              <a:ext cx="20713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-40" normalizeH="0" baseline="0" noProof="0" dirty="0">
                  <a:ln>
                    <a:noFill/>
                  </a:ln>
                  <a:solidFill>
                    <a:srgbClr val="9A000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CONTENTS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3657600" y="1012371"/>
            <a:ext cx="8534400" cy="48332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556857" y="2591490"/>
            <a:ext cx="3913406" cy="645160"/>
            <a:chOff x="4517355" y="5498734"/>
            <a:chExt cx="3913406" cy="645160"/>
          </a:xfrm>
        </p:grpSpPr>
        <p:sp>
          <p:nvSpPr>
            <p:cNvPr id="37" name="文本框 36"/>
            <p:cNvSpPr txBox="1"/>
            <p:nvPr/>
          </p:nvSpPr>
          <p:spPr>
            <a:xfrm>
              <a:off x="5266936" y="5523474"/>
              <a:ext cx="316382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800" b="0" i="0" u="none" strike="noStrike" cap="none" spc="60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实验内容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517355" y="5498734"/>
              <a:ext cx="971082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02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4556547" y="3364820"/>
            <a:ext cx="3921457" cy="645160"/>
            <a:chOff x="8025569" y="5481330"/>
            <a:chExt cx="3921457" cy="645160"/>
          </a:xfrm>
        </p:grpSpPr>
        <p:sp>
          <p:nvSpPr>
            <p:cNvPr id="42" name="文本框 41"/>
            <p:cNvSpPr txBox="1"/>
            <p:nvPr/>
          </p:nvSpPr>
          <p:spPr>
            <a:xfrm>
              <a:off x="8783201" y="5509447"/>
              <a:ext cx="316382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800" b="0" i="0" u="none" strike="noStrike" cap="none" spc="60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目前结果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025569" y="5481330"/>
              <a:ext cx="971082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03</a:t>
              </a:r>
            </a:p>
          </p:txBody>
        </p:sp>
      </p:grpSp>
      <p:sp>
        <p:nvSpPr>
          <p:cNvPr id="7" name="矩形 6"/>
          <p:cNvSpPr/>
          <p:nvPr/>
        </p:nvSpPr>
        <p:spPr>
          <a:xfrm>
            <a:off x="7932420" y="1423035"/>
            <a:ext cx="4023995" cy="4011930"/>
          </a:xfrm>
          <a:prstGeom prst="rect">
            <a:avLst/>
          </a:prstGeom>
          <a:blipFill rotWithShape="1">
            <a:blip r:embed="rId5">
              <a:alphaModFix amt="2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556655" y="1859209"/>
            <a:ext cx="3928442" cy="645160"/>
            <a:chOff x="7891584" y="4693930"/>
            <a:chExt cx="3928442" cy="645160"/>
          </a:xfrm>
        </p:grpSpPr>
        <p:sp>
          <p:nvSpPr>
            <p:cNvPr id="12" name="文本框 11"/>
            <p:cNvSpPr txBox="1"/>
            <p:nvPr>
              <p:custDataLst>
                <p:tags r:id="rId1"/>
              </p:custDataLst>
            </p:nvPr>
          </p:nvSpPr>
          <p:spPr>
            <a:xfrm>
              <a:off x="8656201" y="4716332"/>
              <a:ext cx="316382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800" b="0" i="0" u="none" strike="noStrike" cap="none" spc="60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研究背景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Id2"/>
              </p:custDataLst>
            </p:nvPr>
          </p:nvSpPr>
          <p:spPr>
            <a:xfrm>
              <a:off x="7891584" y="4693930"/>
              <a:ext cx="971082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01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4556760" y="4138295"/>
            <a:ext cx="3524885" cy="1057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04  </a:t>
            </a:r>
            <a:r>
              <a:rPr lang="zh-CN" altLang="en-US" sz="3200" b="1" spc="6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未来计划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email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266699" y="-1587"/>
            <a:ext cx="4953000" cy="6858000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9875" y="2749451"/>
            <a:ext cx="3458058" cy="923330"/>
            <a:chOff x="872775" y="2487402"/>
            <a:chExt cx="3458058" cy="923330"/>
          </a:xfrm>
        </p:grpSpPr>
        <p:sp>
          <p:nvSpPr>
            <p:cNvPr id="6" name="文本框 5"/>
            <p:cNvSpPr txBox="1"/>
            <p:nvPr/>
          </p:nvSpPr>
          <p:spPr>
            <a:xfrm>
              <a:off x="872775" y="2487402"/>
              <a:ext cx="32698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PART 01</a:t>
              </a:r>
              <a:endParaRPr kumimoji="0" lang="zh-CN" altLang="en-US" sz="54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4151112" y="2865863"/>
              <a:ext cx="193033" cy="166408"/>
            </a:xfrm>
            <a:prstGeom prst="triangle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507486" y="2657155"/>
            <a:ext cx="3526265" cy="1106849"/>
            <a:chOff x="6566813" y="2528855"/>
            <a:chExt cx="3526265" cy="1106849"/>
          </a:xfrm>
        </p:grpSpPr>
        <p:sp>
          <p:nvSpPr>
            <p:cNvPr id="9" name="文本框 8"/>
            <p:cNvSpPr txBox="1"/>
            <p:nvPr/>
          </p:nvSpPr>
          <p:spPr>
            <a:xfrm>
              <a:off x="6566813" y="2528855"/>
              <a:ext cx="352626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normalizeH="0" noProof="0" dirty="0">
                  <a:ln>
                    <a:noFill/>
                  </a:ln>
                  <a:solidFill>
                    <a:srgbClr val="9A000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研究背景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566813" y="3328999"/>
              <a:ext cx="352626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dist">
                <a:defRPr/>
              </a:pPr>
              <a:r>
                <a:rPr lang="en-US" altLang="zh-CN" sz="1400" spc="100" dirty="0">
                  <a:solidFill>
                    <a:prstClr val="white">
                      <a:lumMod val="6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Research background</a:t>
              </a:r>
            </a:p>
          </p:txBody>
        </p:sp>
      </p:grpSp>
      <p:pic>
        <p:nvPicPr>
          <p:cNvPr id="11" name="图片 10" descr="1554131325257"/>
          <p:cNvPicPr>
            <a:picLocks noChangeAspect="1"/>
          </p:cNvPicPr>
          <p:nvPr/>
        </p:nvPicPr>
        <p:blipFill>
          <a:blip r:embed="rId4" cstate="email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33635" y="184468"/>
            <a:ext cx="1891665" cy="84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"/>
          <p:cNvSpPr>
            <a:spLocks noGrp="1"/>
          </p:cNvSpPr>
          <p:nvPr/>
        </p:nvSpPr>
        <p:spPr>
          <a:xfrm>
            <a:off x="442913" y="243569"/>
            <a:ext cx="9056851" cy="617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baseline="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r>
              <a:rPr lang="en-US" altLang="zh-CN" sz="2000" spc="300" dirty="0">
                <a:solidFill>
                  <a:srgbClr val="9A0001"/>
                </a:solidFill>
                <a:latin typeface="微软雅黑" panose="020B0503020204020204" charset="-122"/>
                <a:sym typeface="Arial" panose="020B0604020202020204" pitchFamily="34" charset="0"/>
              </a:rPr>
              <a:t>PART 01  </a:t>
            </a:r>
            <a:endParaRPr sz="2000" spc="300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01015" y="828040"/>
            <a:ext cx="4470400" cy="165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1554131325257"/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38896" y="163650"/>
            <a:ext cx="1891665" cy="84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email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245986" y="0"/>
            <a:ext cx="4953000" cy="6858000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004270" y="2968208"/>
            <a:ext cx="3436408" cy="922020"/>
            <a:chOff x="872585" y="2487402"/>
            <a:chExt cx="3436408" cy="922020"/>
          </a:xfrm>
        </p:grpSpPr>
        <p:sp>
          <p:nvSpPr>
            <p:cNvPr id="6" name="文本框 5"/>
            <p:cNvSpPr txBox="1"/>
            <p:nvPr/>
          </p:nvSpPr>
          <p:spPr>
            <a:xfrm>
              <a:off x="1039145" y="2487402"/>
              <a:ext cx="3269848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 PART 02</a:t>
              </a:r>
              <a:endParaRPr kumimoji="0" lang="zh-CN" altLang="en-US" sz="54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rot="16200000">
              <a:off x="859272" y="2865228"/>
              <a:ext cx="193033" cy="166408"/>
            </a:xfrm>
            <a:prstGeom prst="triangle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8" name="图片 7" descr="1554131325257"/>
          <p:cNvPicPr>
            <a:picLocks noChangeAspect="1"/>
          </p:cNvPicPr>
          <p:nvPr/>
        </p:nvPicPr>
        <p:blipFill>
          <a:blip r:embed="rId4" cstate="email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75565" y="127000"/>
            <a:ext cx="1891665" cy="84328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816106" y="2875277"/>
            <a:ext cx="3526265" cy="1106849"/>
            <a:chOff x="6566813" y="2528855"/>
            <a:chExt cx="3526265" cy="1106849"/>
          </a:xfrm>
        </p:grpSpPr>
        <p:sp>
          <p:nvSpPr>
            <p:cNvPr id="10" name="文本框 9"/>
            <p:cNvSpPr txBox="1"/>
            <p:nvPr/>
          </p:nvSpPr>
          <p:spPr>
            <a:xfrm>
              <a:off x="6566813" y="2528855"/>
              <a:ext cx="352626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normalizeH="0" noProof="0" dirty="0">
                  <a:ln>
                    <a:noFill/>
                  </a:ln>
                  <a:solidFill>
                    <a:srgbClr val="9A000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实验内容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66813" y="3328999"/>
              <a:ext cx="352626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dist">
                <a:defRPr/>
              </a:pPr>
              <a:r>
                <a:rPr lang="en-US" altLang="zh-CN" sz="1400" dirty="0">
                  <a:solidFill>
                    <a:prstClr val="white">
                      <a:lumMod val="6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Experimental content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email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93979" y="0"/>
            <a:ext cx="4953000" cy="6858000"/>
          </a:xfrm>
          <a:prstGeom prst="rect">
            <a:avLst/>
          </a:prstGeom>
          <a:solidFill>
            <a:srgbClr val="9A0001"/>
          </a:solidFill>
          <a:ln w="0">
            <a:solidFill>
              <a:srgbClr val="9A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47680" y="2968208"/>
            <a:ext cx="3458058" cy="922020"/>
            <a:chOff x="872775" y="2487402"/>
            <a:chExt cx="3458058" cy="922020"/>
          </a:xfrm>
        </p:grpSpPr>
        <p:sp>
          <p:nvSpPr>
            <p:cNvPr id="6" name="文本框 5"/>
            <p:cNvSpPr txBox="1"/>
            <p:nvPr/>
          </p:nvSpPr>
          <p:spPr>
            <a:xfrm>
              <a:off x="872775" y="2487402"/>
              <a:ext cx="3269848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PART 03</a:t>
              </a:r>
              <a:endParaRPr kumimoji="0" lang="zh-CN" altLang="en-US" sz="54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4151112" y="2865863"/>
              <a:ext cx="193033" cy="166408"/>
            </a:xfrm>
            <a:prstGeom prst="triangle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8" name="图片 7" descr="1554131325257"/>
          <p:cNvPicPr>
            <a:picLocks noChangeAspect="1"/>
          </p:cNvPicPr>
          <p:nvPr/>
        </p:nvPicPr>
        <p:blipFill>
          <a:blip r:embed="rId4" cstate="email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00335" y="186055"/>
            <a:ext cx="1891665" cy="84328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6774186" y="2875277"/>
            <a:ext cx="3526265" cy="1106849"/>
            <a:chOff x="6566813" y="2528855"/>
            <a:chExt cx="3526265" cy="1106849"/>
          </a:xfrm>
        </p:grpSpPr>
        <p:sp>
          <p:nvSpPr>
            <p:cNvPr id="10" name="文本框 9"/>
            <p:cNvSpPr txBox="1"/>
            <p:nvPr/>
          </p:nvSpPr>
          <p:spPr>
            <a:xfrm>
              <a:off x="6566813" y="2528855"/>
              <a:ext cx="352626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normalizeH="0" noProof="0" dirty="0">
                  <a:ln>
                    <a:noFill/>
                  </a:ln>
                  <a:solidFill>
                    <a:srgbClr val="9A000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目前结果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66813" y="3328999"/>
              <a:ext cx="352626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dist">
                <a:defRPr/>
              </a:pPr>
              <a:r>
                <a:rPr lang="en-US" altLang="zh-CN" sz="1400" spc="100" dirty="0">
                  <a:solidFill>
                    <a:prstClr val="white">
                      <a:lumMod val="6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Current results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email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245986" y="0"/>
            <a:ext cx="4953000" cy="6858000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004270" y="2968208"/>
            <a:ext cx="3436408" cy="922020"/>
            <a:chOff x="872585" y="2487402"/>
            <a:chExt cx="3436408" cy="922020"/>
          </a:xfrm>
        </p:grpSpPr>
        <p:sp>
          <p:nvSpPr>
            <p:cNvPr id="6" name="文本框 5"/>
            <p:cNvSpPr txBox="1"/>
            <p:nvPr/>
          </p:nvSpPr>
          <p:spPr>
            <a:xfrm>
              <a:off x="1039145" y="2487402"/>
              <a:ext cx="3269848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 PART 04</a:t>
              </a:r>
              <a:endParaRPr kumimoji="0" lang="zh-CN" altLang="en-US" sz="54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rot="16200000">
              <a:off x="859272" y="2865228"/>
              <a:ext cx="193033" cy="166408"/>
            </a:xfrm>
            <a:prstGeom prst="triangle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8" name="图片 7" descr="1554131325257"/>
          <p:cNvPicPr>
            <a:picLocks noChangeAspect="1"/>
          </p:cNvPicPr>
          <p:nvPr/>
        </p:nvPicPr>
        <p:blipFill>
          <a:blip r:embed="rId4" cstate="email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75565" y="127000"/>
            <a:ext cx="1891665" cy="84328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816106" y="2875277"/>
            <a:ext cx="3526265" cy="1106849"/>
            <a:chOff x="6566813" y="2528855"/>
            <a:chExt cx="3526265" cy="1106849"/>
          </a:xfrm>
        </p:grpSpPr>
        <p:sp>
          <p:nvSpPr>
            <p:cNvPr id="10" name="文本框 9"/>
            <p:cNvSpPr txBox="1"/>
            <p:nvPr/>
          </p:nvSpPr>
          <p:spPr>
            <a:xfrm>
              <a:off x="6566813" y="2528855"/>
              <a:ext cx="352626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normalizeH="0" noProof="0" dirty="0">
                  <a:ln>
                    <a:noFill/>
                  </a:ln>
                  <a:solidFill>
                    <a:srgbClr val="9A000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未来计划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66813" y="3328999"/>
              <a:ext cx="352626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dist">
                <a:defRPr/>
              </a:pPr>
              <a:r>
                <a:rPr lang="en-US" altLang="zh-CN" sz="1400" dirty="0">
                  <a:solidFill>
                    <a:prstClr val="white">
                      <a:lumMod val="6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Future plans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515573"/>
            <a:ext cx="12192000" cy="382685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133340" y="457200"/>
            <a:ext cx="1986915" cy="18637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48522" y="2670712"/>
            <a:ext cx="7723981" cy="1054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敬请批评指正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67429" y="3687574"/>
            <a:ext cx="7271658" cy="38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THANKS TO THE CAREFUL GUIDANCE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875564" y="4267199"/>
            <a:ext cx="44087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1554131340995"/>
          <p:cNvPicPr/>
          <p:nvPr/>
        </p:nvPicPr>
        <p:blipFill>
          <a:blip r:embed="rId3" cstate="email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1530" y="-3175"/>
            <a:ext cx="2874010" cy="26479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hhNDg3NjViZmM0NTBmN2FlNjcyYTkxMGRlNWU2MDIifQ=="/>
  <p:tag name="RESOURCE_RECORD_KEY" val="{&quot;65&quot;:[20187308],&quot;70&quot;:[3316312,3316196,3315338,3315869],&quot;8&quot;:[20472199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宽屏</PresentationFormat>
  <Paragraphs>34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三石 邢</cp:lastModifiedBy>
  <cp:revision>31</cp:revision>
  <dcterms:created xsi:type="dcterms:W3CDTF">2020-12-16T11:02:00Z</dcterms:created>
  <dcterms:modified xsi:type="dcterms:W3CDTF">2025-09-16T11:48:17Z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9497380E0A9546F3890C0B86D59CBB85_12</vt:lpwstr>
  </property>
</Properties>
</file>